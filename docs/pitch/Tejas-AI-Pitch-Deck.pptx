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energy. Don't read the subtitle. Pause, then ask the hook question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3 seconds after the question. This is your memorable line. Transition: 'Let me show you the story.' → live demo if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with their vertical: DC → power bill; cold chain → spoilage + refrigeration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Cite Chennai + 2024 heat wave. Link: Wikipedia heat wave, Guardian blackout warning. Don't overclaim specific customer incidents.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One-liner: 'We sell rupees off the power bill — and we prove it before we touch a setpoint.'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this live for enterprise buyers. Emphasize: facility is never worse off than before Tejas.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path: Admin → Data Center → weather 47°C → GPU-16 → fleet 50 sites. Optional: /ingest, /ar, /vr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90-sec script: Autonomous card → 47°C → electricity question → GPU-16 → fleet. Close: 'Twin is how we prove before we touch your hardware.'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narrative in story.md. GPU-16, SEP-2, PRESS-7 are named demo characters — not claims about one specific rack.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promise their exact number in simulation. 'Shadow mode validates on your historian.'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line: 'You pay only from money you weren't going to have.'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Moat is domain engine + trust to run critical cooling. Gen-UI rides on top — not instead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Beachhead priority: cold chain → commercial buildings → edge/mid-size DCs.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bracketed fields before investor meetings. Customer version: replace with '30-day shadow pilot — read-only — your data.'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close: 'Let's shadow your facility 30 days. Read-only. Your numbers. Then you decide.'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173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TEJAS AI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autonomous brain for cooling &amp; energy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तेजस् · Built in India · On-prem · Savings-share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your building know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night that you didn't?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306324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Your BMS knew the chiller was short-cycling.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Your historian knew inlet temps were drifting.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Your weather feed knew Thursday would be 47°C.</a:t>
            </a:r>
            <a:endParaRPr lang="en-US" sz="15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</a:rPr>
              <a:t>The data was there. The story wasn't.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Cooling is the invisible crisis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30–40% of facility power · controlled by 1990s logic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centers, cold chain, hospitals, factories — largest energy line item is removing heat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BMS: if temp &gt; X, turn on chiller — reacts after heat builds, over-cools 'to be safe'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Operators are not data scientists — they can't tune controllers or read 8,000-point historians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predictive signal exists in the building — nobody connects it into one narrative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977640"/>
            <a:ext cx="2560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3977640"/>
            <a:ext cx="109728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1605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30–40%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4663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DC power = cooling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3977640"/>
            <a:ext cx="2560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3977640"/>
            <a:ext cx="109728" cy="9601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41605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20–28%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520440" y="4663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wasted vs optimal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3977640"/>
            <a:ext cx="2560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3977640"/>
            <a:ext cx="109728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41605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mo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263640" y="4663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GPU-16 drift before trip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India. Why now.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perfect storm — and the science is proven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40–48°C summers · expensive grid · water scarcity · DC + cold-chain explosion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Indian heat wave — longest on record; engineers warned of grid blackouts as AC load spiked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DeepMind cut Google cooling ~40%; Phaidra runs NVIDIA AI factories — category validated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Phaidra chases hyperscalers — thousands of cold stores, edge DCs, factories have no one optimising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anchor: Chennai DC corridor · CtrlS Tier-IV · OMR/Siruseri belt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Tejas AI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· optimise · explain · act — on a digital twin first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Self-learning agent replaces dumb thermostat logic — feed-forward, not reactive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Calibrated digital twin: topology of racks, chillers, CDUs, cold rooms — tuned to historian (±1°C)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and prove in simulation before touching hardware — zero risk to start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talks in English, Hindi, Tamil — dashboard builds from voice, no training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maintenance + Field AR — draft work order, guide technician to exact part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safely — the trust ladder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operators never let unproven AI near critical cooling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828800"/>
            <a:ext cx="1572768" cy="2148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96596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· Twin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2468880"/>
            <a:ext cx="15727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in sim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30552" y="1828800"/>
            <a:ext cx="1572768" cy="2148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30552" y="196596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Shadow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30552" y="2468880"/>
            <a:ext cx="15727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would-do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9624" y="1828800"/>
            <a:ext cx="1572768" cy="2148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9624" y="196596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Advise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9624" y="2468880"/>
            <a:ext cx="15727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applies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68696" y="1828800"/>
            <a:ext cx="157276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68696" y="196596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Supervised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68696" y="2468880"/>
            <a:ext cx="15727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writes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confirms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87768" y="1828800"/>
            <a:ext cx="157276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87768" y="196596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Autonomous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87768" y="2468880"/>
            <a:ext cx="15727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Closed-loop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limits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Supervisor · rate limits · sensor dropout → instant revert to baseline · every action logged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 — every facility that removes heat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 + AI brain — running today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840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013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Data Center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1488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cooling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 · GPU-16 PM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691640"/>
            <a:ext cx="3840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8013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 Smart Factory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00600" y="21488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PRESS-7 fault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scan twin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3840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2186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🌋 Geothermal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35661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SEP-2 separator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Reinjection loop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3108960"/>
            <a:ext cx="3840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32186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❄️ Cold Chain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00600" y="35661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2–8°C band hold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projection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Field AR · VR walkthrough · 6-step brownfield ingestion · Twin Studio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it live — one laptop, offline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tejas-twin &amp;&amp; ./run.sh → localhost:7878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hall: racks glow by temperature · sky = weather · airflow particles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to 47°C: baseline panics · Tejas holds band · PUE 1.3 vs 1.5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'Is any machine going down?' → GPU-16 · parts · service email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'Project savings across 50 sites' → fleet panel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AR on phone · VR first-person walk · Hindi voice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977640"/>
            <a:ext cx="804672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114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NOW — 90 seconds — then return to deck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Stories grounded in real incidents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characters are composites — inspired by these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840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109728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7452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Chennai DC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wave + chiller short-cycle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CtrlS corridor · 2024 grid stress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691640"/>
            <a:ext cx="3840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691640"/>
            <a:ext cx="109728" cy="1234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87452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Geysers, CA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892040" y="23774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Reinjection after steam depletion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Separator SEP-2 stand-in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3840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108960"/>
            <a:ext cx="109728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2918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Renesas Naka 2021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77240" y="37947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 fire · 30% auto MCU supply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day restart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108960"/>
            <a:ext cx="3840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108960"/>
            <a:ext cx="109728" cy="1234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2918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cold chain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892040" y="37947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₹92,651 Cr annual post-harvest loss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Refrigeration = 45% of bill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 that close deals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MW hall · India tariff · validated in shadow pilot on your data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109728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745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₹1.8–3.2Cr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cooling saved / year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1691640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691640"/>
            <a:ext cx="109728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18745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₹2+ Cr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834640" y="23774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avoided outage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691640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691640"/>
            <a:ext cx="109728" cy="10972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8745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₹8.3L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892040" y="23774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PM fix / year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20840" y="1691640"/>
            <a:ext cx="2057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20840" y="1691640"/>
            <a:ext cx="109728" cy="10972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1874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₹90–160Cr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949440" y="2377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50-site fleet / year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297180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 at 47°C: ~1.50 baseline → ~1.30 Tejas (−13%) — same ASHRAE safety band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storage: 15–25% refrigeration optimisation → ₹1.4–2.4 Cr/year on ₹65L/month bill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Water: lower WUE in Chennai-class climates — licence to operate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Carbon: hundreds of tonnes/hall/year — auditable for ESG reporting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incentives · land-and-expand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606040" cy="1920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745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Savings-share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20–40% of verified savings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· zero capex objection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737360"/>
            <a:ext cx="26060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8745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/ facility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74720" y="233172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once trust built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 for chains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737360"/>
            <a:ext cx="26060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8745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Twin-build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63640" y="233172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on-ramp · calibration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 ROI case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hall → whole campus → fleet. NRR engine.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win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the dashboard — the calibrated twin + safe control + site data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600200"/>
          <a:ext cx="8321040" cy="2377440"/>
        </p:xfrm>
        <a:graphic>
          <a:graphicData uri="http://schemas.openxmlformats.org/drawingml/2006/table">
            <a:tbl>
              <a:tblPr/>
              <a:tblGrid>
                <a:gridCol w="1280160"/>
                <a:gridCol w="2286000"/>
                <a:gridCol w="2286000"/>
                <a:gridCol w="246888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quo BMS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Phaidra / foreign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Tejas AI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Reactive rules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Hyperscaler cloud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Predict + on-prem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Everyone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50 DCs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Mid-market India + world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Rip-and-replace fear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Premium SaaS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Shadow → control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Moat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 + capital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Twin + policy + data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16052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Sovereign: Ollama on-prem — data never leaves site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India-tuned: vernacular voice, Indian .epw weather, operator workflows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and spectacle — not cold sales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Clip the demo — heat-wave moment spreads online (30–60 sec)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Shadow pilots — 30-day read-only on customer historian; undeniable ROI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Savings-share — procurement killer; pay from savings only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Partnerships — cold-chain assoc., DC operators, ESCOs, BEE programs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Content — open benchmark; 'What your BMS knew last night' series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[Customise: round size · use of funds · milestones]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Raising: ₹[X] [pre-seed / seed]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pilot deployments + calibration engineering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twin engine + control policy hardening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GTM — demo tour, content, partnerships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12-month goal: 5 shadow pilots · 2 paid control contracts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don't sell a dashboard.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sell rupees off the power bill —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everyone the giants ignore.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Tejas AI  ·  [email]  ·  [phone]  ·  tejas-twin/run.sh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Tejas AI — Pitch Deck</dc:title>
  <dc:subject>Autonomous brain for cooling &amp; energy</dc:subject>
  <dc:creator>Tejas AI</dc:creator>
  <cp:lastModifiedBy>Tejas AI</cp:lastModifiedBy>
  <cp:revision>1</cp:revision>
  <dcterms:created xsi:type="dcterms:W3CDTF">2026-06-20T15:53:53Z</dcterms:created>
  <dcterms:modified xsi:type="dcterms:W3CDTF">2026-06-20T15:53:53Z</dcterms:modified>
</cp:coreProperties>
</file>